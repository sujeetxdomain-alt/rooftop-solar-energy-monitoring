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embeddedFontLst>
    <p:embeddedFont>
      <p:font typeface="Lexen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exen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51560" y="1828800"/>
            <a:ext cx="100584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A smart system for tracking solar panel performance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200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Project Done By:</a:t>
            </a:r>
            <a:endParaRPr sz="2200">
              <a:solidFill>
                <a:srgbClr val="2337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 	•</a:t>
            </a:r>
            <a:r>
              <a:rPr b="1" i="1" lang="en-US" sz="2200">
                <a:solidFill>
                  <a:srgbClr val="23372F"/>
                </a:solidFill>
                <a:latin typeface="Lexend"/>
                <a:ea typeface="Lexend"/>
                <a:cs typeface="Lexend"/>
                <a:sym typeface="Lexend"/>
              </a:rPr>
              <a:t>Hemanth Movva - 2620090109</a:t>
            </a:r>
            <a:endParaRPr b="1" i="1" sz="2200">
              <a:solidFill>
                <a:srgbClr val="23372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i="1" lang="en-US" sz="2200">
                <a:solidFill>
                  <a:srgbClr val="23372F"/>
                </a:solidFill>
                <a:latin typeface="Lexend"/>
                <a:ea typeface="Lexend"/>
                <a:cs typeface="Lexend"/>
                <a:sym typeface="Lexend"/>
              </a:rPr>
              <a:t>•Bhanu Singh - 2620030707</a:t>
            </a:r>
            <a:endParaRPr b="1" i="1" sz="2200">
              <a:solidFill>
                <a:srgbClr val="23372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1" lang="en-US" sz="2200">
                <a:solidFill>
                  <a:srgbClr val="23372F"/>
                </a:solidFill>
                <a:latin typeface="Lexend"/>
                <a:ea typeface="Lexend"/>
                <a:cs typeface="Lexend"/>
                <a:sym typeface="Lexend"/>
              </a:rPr>
              <a:t>• Sujeet Nellutla - 2620090014</a:t>
            </a:r>
            <a:endParaRPr b="1" i="1" sz="2200">
              <a:solidFill>
                <a:srgbClr val="23372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1/14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Rooftop solar systems convert sunlight into electrical energy.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Monitoring helps users understand energy generation and system performance.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The proposed system tracks voltage, current, power, energy, and battery level.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It can provide alerts when readings are abnormal.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2/14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Users may not know how much energy their panels generate.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Faults such as low voltage or excessive current may go unnoticed.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Manual checking is time-consuming and inaccurate.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A simple monitoring system can provide real-time information.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3/14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Monitor solar panel voltage and current.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Calculate generated power using: Power = Voltage × Current.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Estimate daily energy generation.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Display battery percentage.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Generate warnings for unsafe or inefficient readings.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4/14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Components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Solar panels: Convert sunlight into DC electricity.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Voltage sensor: Measures panel voltage.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Current sensor: Measures electrical current.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Microcontroller: Processes sensor readings.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Display or mobile dashboard: Shows live information.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Battery and inverter: Store and convert electrical energy.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5/14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Principle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1. Solar panels generate electricity from sunlight.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2. Sensors collect voltage and current readings.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3. The controller calculates power and energy.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4. Data is displayed on a dashboard.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5. Alerts are generated when readings cross limits.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6/14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Solar Panel → Sensors → Microcontroller → Data Processing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Data Processing → Display / Mobile Dashboard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Battery Status → Monitoring Module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Alert Module → Warning Message to User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7/14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Important Calculations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Power (W) = Voltage (V) × Current (A)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Energy (Wh) = Power (W) × Time (hours)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Example: 24 V × 5 A = 120 W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If the system works for 5 hours: 120 × 5 = 600 Wh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8/14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 of the Proposed System</a:t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Simple and user-friendly monitoring.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Real-time or simulated sensor readings.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Power and energy calculations.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Battery-level tracking.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Low-voltage and over-current alerts.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Can be expanded with IoT and cloud storage.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9/14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Improves awareness of solar energy production.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Helps detect faults early.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Supports efficient energy usage.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Reduces the need for manual inspection.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Encourages renewable-energy adoption.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Can reduce maintenance costs over time.</a:t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10/14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Sensor accuracy affects the quality of results.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Cloud-based monitoring requires internet connectivity.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Weather conditions influence solar generation.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Hardware installation requires initial investment.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The Java program is a simulation and does not directly read physical sensors.</a:t>
            </a:r>
            <a:endParaRPr/>
          </a:p>
        </p:txBody>
      </p:sp>
      <p:sp>
        <p:nvSpPr>
          <p:cNvPr id="189" name="Google Shape;189;p2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11/14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197" name="Google Shape;197;p24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Connect the system to IoT sensors.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Add a mobile application.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Store historical readings in a database.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Use AI to predict energy generation.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Add automatic fault detection.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Integrate weather forecasts and smart-home systems.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12/14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A rooftop solar monitoring system makes energy generation visible and understandable.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It calculates power, tracks energy, and reports abnormal readings.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The proposed Java program demonstrates the monitoring logic.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With sensors and IoT connectivity, it can become a practical smart-energy solution.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13/14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C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685800" y="1508760"/>
            <a:ext cx="10789920" cy="4663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EDCC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1051560" y="1828800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Basic electrical power equation: P = V × I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Solar photovoltaic system fundamentals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Java programming concepts: variables, loops, methods, and conditional statements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72F"/>
                </a:solidFill>
                <a:latin typeface="Calibri"/>
                <a:ea typeface="Calibri"/>
                <a:cs typeface="Calibri"/>
                <a:sym typeface="Calibri"/>
              </a:rPr>
              <a:t>• Renewable-energy and solar-monitoring educational resources</a:t>
            </a:r>
            <a:endParaRPr/>
          </a:p>
        </p:txBody>
      </p:sp>
      <p:sp>
        <p:nvSpPr>
          <p:cNvPr id="219" name="Google Shape;219;p2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645A"/>
                </a:solidFill>
                <a:latin typeface="Calibri"/>
                <a:ea typeface="Calibri"/>
                <a:cs typeface="Calibri"/>
                <a:sym typeface="Calibri"/>
              </a:rPr>
              <a:t>Rooftop Solar Energy Monitoring System  |  14/14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